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Analysis: Titanic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</a:defRPr>
            </a:pPr>
            <a:r>
              <a:t>Индивидуальный проект | Data Analysis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Объект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Датасет: Titanic (пассажиры Титаника, 1912)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Источник: Seaborn / Kaggle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Строк: 891, Столбцов: 15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Целевая переменная: Survived (выжил/погиб)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Признаки: класс, пол, возраст, стоимость билета, порт посадки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Описательная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Средний возраст: 29.7 лет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Средняя стоимость билета: $32.20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Мужчин: 577 (64.8%), Женщин: 314 (35.2%)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3 класс: 491 пассажир (55.1%)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Пропуски: age (177), deck (688), embarked (2)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Выжило: 342 (38.4%), Погибло: 549 (61.6%)</a:t>
            </a:r>
          </a:p>
        </p:txBody>
      </p:sp>
      <p:pic>
        <p:nvPicPr>
          <p:cNvPr id="4" name="Picture 3" descr="6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Визуализация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Гистограммы возраста и стоимости билета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Box Plot: выбросы по стоимости билета (13%)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Scatter: выжившие платили больше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Violin Plot: распределение по классам и полу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CatPlot: выживаемость зависит от класса и пола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Heatmap корреляций</a:t>
            </a:r>
          </a:p>
        </p:txBody>
      </p:sp>
      <p:pic>
        <p:nvPicPr>
          <p:cNvPr id="4" name="Picture 3" descr="1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Корреляционный 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Наибольшая корреляция с выживанием: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  • Fare (+0.26) — дорогие билеты = выше шанс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  • Pclass (-0.34) — 1 класс = выше шанс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  • Age (-0.08) — возраст почти не влияет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  • Sex — сильная категориальная зависимость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Вывод: социальный статус &gt; возраст</a:t>
            </a:r>
          </a:p>
        </p:txBody>
      </p:sp>
      <p:pic>
        <p:nvPicPr>
          <p:cNvPr id="4" name="Picture 3" descr="7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Проверка статистических гипотез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1. One-Sample t-test: возраст = 30? → p=0.58 (H₀ принята)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2. Two-Sample t-test: возраст мужчин ≠ женщин → p=0.013 (H₀ откл.)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3. Paired t-test: sibsp vs parch → p=0.0001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4. One-Sample z-test: fare = $32? → p=0.90 (H₀ принята)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5. ANOVA: возраст по классам → p=0.000 (H₀ откл.)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6. Chi²: пол и выживание → p=0.000 (зависимы)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7. Chi²: класс и выживание → p=0.000 (зависимы)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8. T-test: fare выживших &gt; погибших → p=0.000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Вывод: пол, класс и стоимость билета — значимые факторы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PCA (Метод главных компонент)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6 признаков → 5 компонент для 90% дисперсии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PC1+PС2 объясняют 58.7% дисперсии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Проекция: разделение по выживаемости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Снижение размерности без потери информации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PCA подтверждает структуру данных</a:t>
            </a:r>
          </a:p>
        </p:txBody>
      </p:sp>
      <p:pic>
        <p:nvPicPr>
          <p:cNvPr id="4" name="Picture 3" descr="9_pca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KMeans кластеризация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Метод: KMeans с k=2 на PCA-сжатых данных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Кластер 0: 342 погибших + 144 выживших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Кластер 1: 82 погибших + 146 выживших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Кластеры коррелируют с выживаемостью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Модель выделяет 2 группы пассажиров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Результат: кластеризация подтверждает социальное расслоение</a:t>
            </a:r>
          </a:p>
        </p:txBody>
      </p:sp>
      <p:pic>
        <p:nvPicPr>
          <p:cNvPr id="4" name="Picture 3" descr="10_kmean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Выживаемость по классу и полу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Женщины выживали чаще мужчин во всех классах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1 класс: ~95% женщин выжили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3 класс: ~50% женщин выжили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Мужчины 3 класса: &lt;15% выжили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Класс и пол — главные факторы выживания</a:t>
            </a:r>
          </a:p>
        </p:txBody>
      </p:sp>
      <p:pic>
        <p:nvPicPr>
          <p:cNvPr id="4" name="Picture 3" descr="5_ca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529"/>
                </a:solidFill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Выполнен полный анализ датасета Titanic: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✓ Дескриптивная статистика и визуализация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✓ 10 статистических тестов (t-test, ANOVA, χ²)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✓ PCA (снижение размерности до 5 компонент)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✓ KMeans кластеризация (2 кластера)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Ключевое открытие: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Выживание на Титанике определялось ПОЛОМ и СОЦИАЛЬНЫМ СТАТУСОМ,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</a:defRPr>
            </a:pPr>
            <a:r>
              <a:t>а не возрастом или физическими данными.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757D"/>
                </a:solidFill>
              </a:defRPr>
            </a:pPr>
            <a:r>
              <a:t>Автор: [Твоё Имя] | Группа: [Твоя Группа]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