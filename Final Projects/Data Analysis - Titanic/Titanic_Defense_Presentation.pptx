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 — Вступление</a:t>
            </a:r>
          </a:p>
          <a:p>
            <a:r>
              <a:t>Что сказать: "Я провёл анализ датасета Titanic. Работа включает 2 лабораторные: №4 — проверка гипотез, №5 — PCA и кластеризация. Всего 891 пассажир, 15 признаков. Использовал Python: pandas для данных, scipy для статистики, sklearn для PCA/KMeans."</a:t>
            </a:r>
          </a:p>
          <a:p>
            <a:r>
              <a:t>Если спросят про датасет: "Это публичный датасет из библиотеки seaborn. В оригинале с Kaggle — список пассажиров Титаника с информацией кто выжил"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 — Данные</a:t>
            </a:r>
          </a:p>
          <a:p>
            <a:r>
              <a:t>Что сказать: "Данные о 891 пассажире. Целевая переменная — survived (выжил или нет). Признаки: числовые (возраст, цена билета, класс, размер семьи) и категориальные (пол, порт посадки)."</a:t>
            </a:r>
          </a:p>
          <a:p>
            <a:r>
              <a:t>Ключевые цифры: выжило 38.4%, мужчин в 2 раза больше, 3 класс — 55% пассажиров, 177 пропусков возраста.</a:t>
            </a:r>
          </a:p>
          <a:p>
            <a:r>
              <a:t>Если спросят за пропуски: "Я их не удалял, а учитывал — тесты сами пропускают NaN. Для PCA брал строки без пропусков."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3 — EDA</a:t>
            </a:r>
          </a:p>
          <a:p>
            <a:r>
              <a:t>Что сказать: "Я построил 10 графиков. Самое важное — корреляционная матрица: pclass (-0.34) и fare (+0.26) сильнее всего связаны с выживанием. Возраст (-0.08) почти не влияет. Это сразу дало намёк: богатые выживают чаще, возраст не важен."</a:t>
            </a:r>
          </a:p>
          <a:p>
            <a:r>
              <a:t>Если спросят: "Почему не все графики на слайде?" — "Они в папке output, это сводный слайд."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4 — Гипотезы 1-5</a:t>
            </a:r>
          </a:p>
          <a:p>
            <a:r>
              <a:t>Что сказать: "Я проверил 5 гипотез. Если p &lt; 0.05 — отвергаем H₀, значит разница есть."</a:t>
            </a:r>
          </a:p>
          <a:p>
            <a:r>
              <a:t>1. Возраст = 30 (p=0.58) — да, средний 29.7 лет, не отличается.</a:t>
            </a:r>
          </a:p>
          <a:p>
            <a:r>
              <a:t>2. Мужчины ≠ женщины по возрасту (p=0.013) — мужчины на 2-3 года старше.</a:t>
            </a:r>
          </a:p>
          <a:p>
            <a:r>
              <a:t>3. Sibsp ≠ Parch (p=0.0001) — сиблингов больше чем родителей.</a:t>
            </a:r>
          </a:p>
          <a:p>
            <a:r>
              <a:t>4. Средний билет = $32 (p=0.90) — да. Средняя цена $32.20.</a:t>
            </a:r>
          </a:p>
          <a:p>
            <a:r>
              <a:t>5. Возраст по классам (p≈0) — да, 1 класс старше, 3 класс моложе.</a:t>
            </a:r>
          </a:p>
          <a:p>
            <a:r>
              <a:t>Если спросят "почему p=0.05" — стандартный порог значимости."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5 — Гипотезы 6-10</a:t>
            </a:r>
          </a:p>
          <a:p>
            <a:r>
              <a:t>Что сказать: "Вторая пятёрка — всё про выживание. У всех p≈0, все различия значимы."</a:t>
            </a:r>
          </a:p>
          <a:p>
            <a:r>
              <a:t>Три главных фактора:</a:t>
            </a:r>
          </a:p>
          <a:p>
            <a:r>
              <a:t>1. ПОЛ (χ²=260) — женщины выживают чаще</a:t>
            </a:r>
          </a:p>
          <a:p>
            <a:r>
              <a:t>2. КЛАСС (χ²=102) — 1 класс 62%, 3 класс 26%</a:t>
            </a:r>
          </a:p>
          <a:p>
            <a:r>
              <a:t>3. ЦЕНА БИЛЕТА — выжившие $48, погибшие $22 (в 2 раза)</a:t>
            </a:r>
          </a:p>
          <a:p>
            <a:r>
              <a:t>Порт посадки (H₉) — на деле это не порт, а то что из порта C отплывали богатые.</a:t>
            </a:r>
          </a:p>
          <a:p>
            <a:r>
              <a:t>Если спросят про chi²: "Используется для таблиц сопряжённости — проверяет связь категориальных переменных.""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6 — PCA</a:t>
            </a:r>
          </a:p>
          <a:p>
            <a:r>
              <a:t>Что сказать: "PCA — снижение размерности. 6 признаков → 5 компонент = 90% дисперсии. То есть можно отбросить 1 признак."</a:t>
            </a:r>
          </a:p>
          <a:p>
            <a:r>
              <a:t>Простыми словами: "Мы сжали данные, убрали шум. На графике видно — выжившие и погибшие частично разделяются, но не идеально."</a:t>
            </a:r>
          </a:p>
          <a:p>
            <a:r>
              <a:t>Если спросят "почему не 2 компоненты": "2 дают 50% дисперсии — для визуализации ок, но для 90% нужно 5."</a:t>
            </a:r>
          </a:p>
          <a:p>
            <a:r>
              <a:t>Если спросят "StandardScaler": "Приводит все признаки к одному масштабу. Иначе возраст (30) доминировал бы над sibsp (0-5)."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7 — KMeans</a:t>
            </a:r>
          </a:p>
          <a:p>
            <a:r>
              <a:t>Что сказать: "KMeans — кластеризация без учителя. Алгоритм сам делит людей на группы, мы не говорим кто выжил. Я взял k=2."</a:t>
            </a:r>
          </a:p>
          <a:p>
            <a:r>
              <a:t>Результат: "Кластер 0 — в основном погибшие, кластер 1 — смешанный. Совпадение ~70%. Значит только числовых признаков (возраст, цена, класс) недостаточно для точного предсказания."</a:t>
            </a:r>
          </a:p>
          <a:p>
            <a:r>
              <a:t>Если спросят "почему не 3 кластера": "Можно и 3 — будут по классам кают. Но baseline = survived (0/1), поэтому k=2."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8 — Самый важный слайд!</a:t>
            </a:r>
          </a:p>
          <a:p>
            <a:r>
              <a:t>Что сказать: "Главный вывод всей работы: выживание на Титанике зависело от ДВУХ факторов — пола и класса каюты."</a:t>
            </a:r>
          </a:p>
          <a:p>
            <a:r>
              <a:t>Цифры: женщины 1 класса — 95% выжили, мужчины 3 класса — 13%. Разница в 7 раз!</a:t>
            </a:r>
          </a:p>
          <a:p>
            <a:r>
              <a:t>"Правило 'женщины и дети first' сработало, но социальный статус тоже решал — женщин 3 класса спасали после женщин 1-2 класса."</a:t>
            </a:r>
          </a:p>
          <a:p>
            <a:r>
              <a:t>"Возраст НЕ влиял — проверил корреляцией (-0.08) и тестами. Все p &gt; 0.05."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9 — Вопросы-ответы</a:t>
            </a:r>
          </a:p>
          <a:p>
            <a:r>
              <a:t>Здесь собраны самые вероятные вопросы препода. Прочитай их перед защитой.</a:t>
            </a:r>
          </a:p>
          <a:p>
            <a:r>
              <a:t>Ключевые ответы:</a:t>
            </a:r>
          </a:p>
          <a:p>
            <a:r>
              <a:t>- PCA: 5 компонент = 90% дисперсии</a:t>
            </a:r>
          </a:p>
          <a:p>
            <a:r>
              <a:t>- KMeans: совпадение с survived ~70%</a:t>
            </a:r>
          </a:p>
          <a:p>
            <a:r>
              <a:t>- Главный вывод: пол + класс, не возраст</a:t>
            </a:r>
          </a:p>
          <a:p>
            <a:r>
              <a:t>- t-test для чисел, chi² для категорий</a:t>
            </a:r>
          </a:p>
          <a:p>
            <a:r>
              <a:t>Если препод спросит что-то не из списка — глянь на слайды 4-5 (результаты гипотез) и слайд 8 (главный вывод).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10 — Итог</a:t>
            </a:r>
          </a:p>
          <a:p>
            <a:r>
              <a:t>Заключительное слово: "Я провёл полный анализ данных Титаника — от описательной статистики до машинного обучения. Все тесты, PCA и KMeans подтвердили один вывод: выживание зависело от пола и социального статуса, а не от возраста."</a:t>
            </a:r>
          </a:p>
          <a:p>
            <a:r>
              <a:t>После этого: "Спасибо за внимание, готов ответить на вопросы."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Финальный слайд. Просто скажи 'Спасибо за внимание, готов ответить на вопросы.'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D700"/>
                </a:solidFill>
                <a:latin typeface="Calibri"/>
              </a:defRPr>
            </a:pPr>
            <a:r>
              <a:t>АНАЛИЗ ДАННЫХ ТИТАНИКА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2FF"/>
                </a:solidFill>
                <a:latin typeface="Calibri"/>
              </a:defRPr>
            </a:pPr>
            <a:r>
              <a:t>Лабораторные работы №4 (гипотезы) и №5 (PCA+KMeans)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▪ Датасет: Titanic, 891 пассажир, 15 признаков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▪ Lab 4: 10 статистических тестов (t-test, ANOVA, chi², z-test)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▪ Lab 5: PCA (снижение размерности) + KMeans (кластеризация)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▪ Стек: Python (pandas, scipy, sklearn, seaborn, matplotlib)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Иода Алексей | JA-группа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  <a:latin typeface="Calibri"/>
              </a:defRPr>
            </a:pPr>
            <a:r>
              <a:t>📋 ДАННЫЕ И СТРУКТУРА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📊 891 пассажир, 15 колонок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🎯 Цель: понять кто выжил и почему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🏷 survived (0/1) — целевая переменная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🔢 Числовые признаки: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• age — возраст (77 пропусков)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• fare — цена билета ($0-$512)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• pclass — класс (1, 2, 3)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• sibsp — братья/супруги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• parch — родители/дети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📛 Категориальные: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• sex — пол (male/female)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• embarked — порт (S/C/Q)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📌 Основные цифры: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👨 Мужчин: 577 (64.8%)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👩 Женщин: 314 (35.2%)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💰 1 класс: 216 (24.2%)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💰 2 класс: 184 (20.7%)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💰 3 класс: 491 (55.1%)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✅ Выжило: 342 (38.4%)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❌ Погибло: 549 (61.6%)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  <a:latin typeface="Calibri"/>
              </a:defRPr>
            </a:pPr>
            <a:r>
              <a:t>📊 ВИЗУАЛЬНЫЙ АНАЛИЗ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Calibri"/>
              </a:defRPr>
            </a:pPr>
            <a:r>
              <a:t>10 графиков — гистограммы, boxplot, scatter, violin, heatmap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📈 Гистограммы: возраст ~нормальный (30±14)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fare — сильный перекос (логнормальное)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📦 Boxplots: выбросы по цене (до $512)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1 класс платит в 4 раза больше 3-го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🔵 Scatter: возраст vs цена — связи нет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🎻 Violin: выживаемость по классам+полу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📊 Catplot: женщины 1-2 → выживают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Мужчины 3 класса → почти все погибли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🟠 Pie: 61.6% погибших vs 38.4% выживших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🔴 ГЛАВНЫЙ ГРАФИК — Корреляционная матрица: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С survived сильнее всего: pclass (-0.34) и fare (+0.26)</a:t>
            </a:r>
          </a:p>
          <a:p>
            <a:pPr>
              <a:spcAft>
                <a:spcPts val="4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Возраст почти не влияет (-0.08) — ЭТО ВАЖНО</a:t>
            </a:r>
          </a:p>
          <a:p>
            <a:pPr>
              <a:spcAft>
                <a:spcPts val="4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pclass и fare коррелируют (-0.55) — богатые в 1 классе</a:t>
            </a:r>
          </a:p>
          <a:p>
            <a:pPr>
              <a:spcAft>
                <a:spcPts val="400"/>
              </a:spcAft>
              <a:defRPr sz="1500">
                <a:solidFill>
                  <a:srgbClr val="E0E0E0"/>
                </a:solidFill>
                <a:latin typeface="Calibri"/>
              </a:defRPr>
            </a:pPr>
            <a:r>
              <a:t>sex — сильный фактор, но считаем через chi² (категориальный)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D700"/>
                </a:solidFill>
                <a:latin typeface="Calibri"/>
              </a:defRPr>
            </a:pPr>
            <a:r>
              <a:t>🔬 ПРОВЕРКА ГИПОТЕЗ — Часть 1 (тесты 1-5)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7772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1️⃣ Средний возраст = 30 лет?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234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t-test | p=0.58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1CF66"/>
                </a:solidFill>
                <a:latin typeface="Calibri"/>
              </a:defRPr>
            </a:pPr>
            <a:r>
              <a:t>✅ H₀ принята (≈30 лет)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1247120" cy="7772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2️⃣ Возраст мужчин ≠ женщин?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t-test | p=0.013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❌ да, мужчины старше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11247120" cy="7772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3️⃣ Sibsp = Parch?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paired-t | p=0.0001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❌ разные величины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11247120" cy="7772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4️⃣ Средний fare = $32?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z-test | p=0.90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251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1CF66"/>
                </a:solidFill>
                <a:latin typeface="Calibri"/>
              </a:defRPr>
            </a:pPr>
            <a:r>
              <a:t>✅ H₀ принята (≈$32)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12080"/>
            <a:ext cx="11247120" cy="7772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57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5️⃣ Возраст по классам?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5257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ANOVA | p=0.0000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257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❌ классы ≠ возраст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03520"/>
            <a:ext cx="11247120" cy="11887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💡 Если p &lt; 0.05 → H₀ отвергается (разница есть). Если p &gt; 0.05 → H₀ принимается (нет разницы).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60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Только H₁ и H₄ приняли H₀ — возраст ≈30 лет, средний билет ≈$32. Всё остальное — различия есть.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D700"/>
                </a:solidFill>
                <a:latin typeface="Calibri"/>
              </a:defRPr>
            </a:pPr>
            <a:r>
              <a:t>🔬 ПРОВЕРКА ГИПОТЕЗ — Часть 2 (тесты 6-10)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2FF"/>
                </a:solidFill>
                <a:latin typeface="Calibri"/>
              </a:defRPr>
            </a:pPr>
            <a:r>
              <a:t>🔥 Все про выживание — самые важные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7772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6️⃣ Пол и выживание зависимы?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234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Хи² | p≈0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❌ Женщины чаще 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11247120" cy="7772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7️⃣ Класс и выживание зависимы?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Хи² | p≈0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❌ 1 класс чаще 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11247120" cy="7772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8️⃣ Fare: выжившие &gt; погибших?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t-test | p≈0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❌ Да, в 2 раза 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11247120" cy="7772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9️⃣ Порт посадки влияет?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Хи² | p=0.001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251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❌ Да (C = богатые)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212080"/>
            <a:ext cx="11247120" cy="7772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🔟 Средний fare = $50?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5257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t-test | p≈0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257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❌ Нет, реально $32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03520"/>
            <a:ext cx="11247120" cy="11887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🔥 ТРИ ГЛАВНЫХ ВЫВОДА: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6️⃣ Пол — сильнейший фактор (χ²=260). Женщины выживали в разы чаще.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7️⃣ Класс — второй по силе. 1 класс (62%) &gt; 2 класс (47%) &gt; 3 класс (26%).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8️⃣ Выжившие платили $48, погибшие $22 — разница в 2 раза.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D700"/>
                </a:solidFill>
                <a:latin typeface="Calibri"/>
              </a:defRPr>
            </a:pPr>
            <a:r>
              <a:t>🧬 PCA — СНИЖЕНИЕ РАЗМЕРНОСТИ (Lab 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❓ Зачем: у нас 6 числовых признаков.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Некоторые дублируют друг друга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(pclass ~ fare). PCA сжимает их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в новые оси — компоненты.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⚙ Как сделал: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1. Взял 6 признаков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2. Удалил строки с NaN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3. StandardScaler (среднее=0, стд=1)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4. Применил PCA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📊 Результаты: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✅ 5 компонент = 90% дисперсии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✅ PC1 = 28.5%, PC2 = 21.4%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(вместе ≈50% информации)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✅ На графике PC1 vs PC2: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выжившие и погибшие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частично разделяются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📌 Вывод: можно убрать 1 признак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без потери качества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  <a:latin typeface="Calibri"/>
              </a:defRPr>
            </a:pPr>
            <a:r>
              <a:t>📈 KMEANS КЛАСТЕРИЗАЦИЯ (Lab 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❓ Зачем: разделить пассажиров на группы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без подсказок (без survived).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Проверить — совпадут ли кластеры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с реальными выжившими.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⚙ Как сделал: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1. PCA-сжатые данные (2 компоненты)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2. KMeans, k=2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3. Сравнил кластеры с survived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📊 Результаты: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🔵 Кластер 0: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342 погибших + 144 выживших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🟠 Кластер 1: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82 погибших + 146 выживших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⚠ Совпадение не идеальное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(~70%) — есть overlap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💡 Вывод: числовых признаков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недостаточно для 100% разделения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Calibri"/>
              </a:defRPr>
            </a:pPr>
            <a:r>
              <a:t>🔥 ГЛАВНЫЙ ВЫВОД: ВЫЖИВАЕМОСТЬ = ПОЛ + КЛАСС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50292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👩 ЖЕНЩИНЫ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1️⃣ класс: ~95% выжили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  (почти все)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2️⃣ класс: ~90% выжили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3️⃣ класс: ~50% выжили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Вывод: женщины спасались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в первую очередь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657600" cy="50292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👨 МУЖЧИНЫ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1️⃣ класс: ~37% выжили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2️⃣ класс: ~8% выжили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3️⃣ класс: ~13% выжили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Вывод: мужчины 2-3 класса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почти все погибли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188720"/>
            <a:ext cx="3474720" cy="50292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🔥 ИТОГ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  <a:latin typeface="Calibri"/>
              </a:defRPr>
            </a:pPr>
            <a:r>
              <a:t>Высшая выживаемость: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  <a:latin typeface="Calibri"/>
              </a:defRPr>
            </a:pPr>
            <a:r>
              <a:t>Женщины 1-2 класса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  <a:latin typeface="Calibri"/>
              </a:defRPr>
            </a:pPr>
            <a:r>
              <a:t>Низшая: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  <a:latin typeface="Calibri"/>
              </a:defRPr>
            </a:pPr>
            <a:r>
              <a:t>Мужчины 2-3 класса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  <a:latin typeface="Calibri"/>
              </a:defRPr>
            </a:pPr>
            <a:r>
              <a:t>Возраст не влияет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  <a:latin typeface="Calibri"/>
              </a:defRPr>
            </a:pPr>
            <a:r>
              <a:t>(корр. -0.08)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  <a:latin typeface="Calibri"/>
              </a:defRPr>
            </a:pPr>
            <a:r>
              <a:t>💰 Деньги = шанс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D700"/>
                </a:solidFill>
                <a:latin typeface="Calibri"/>
              </a:defRPr>
            </a:pPr>
            <a:r>
              <a:t>❓ ЧАСТЫЕ ВОПРОСЫ НА ЗАЩИТЕ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7772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Q: Почему 10 гипотез?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Задание требовало 10 тестов разных типов: t-test, ANOVA, chi², z-test.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1247120" cy="7772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Q: Чем t-test отличается от chi²?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t-test для ЧИСЛОВЫХ величин (возраст, цена). Chi² для КАТЕГОРИАЛЬНЫХ (пол, класс).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11247120" cy="7772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Q: Что дал PCA?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Показал: 5 компонент = 90% информации. И визуально подтвердил структуру данных.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47120" cy="7772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Q: Зачем KMeans, если знаем survived?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Показать, что алгоритм без обучения на ответах находит похожую структуру. Валидация.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11247120" cy="7772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Q: Пропуски не заполнял?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Для тестов и PCA — dropna. Это честнее, чем заполнять средним.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669280"/>
            <a:ext cx="11247120" cy="7772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715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Q: Какой главный вывод одним предложением?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Выживание = пол + класс. Женщины 1 класса — 95%, мужчины 3 класса — 13%.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Calibri"/>
              </a:defRPr>
            </a:pPr>
            <a:r>
              <a:t>🏁 ИТОГ РАБОТЫ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50292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✅ Проведена полная описательная статистика (10 графиков)</a:t>
            </a: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✅ Выполнены 10 статистических тестов (8 из 10 показали значимые различия)</a:t>
            </a: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✅ PCA: 5 компонент = 90% дисперсии, 2 компоненты для визуализации</a:t>
            </a: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✅ KMeans: кластеризация выявила 2 группы, совпадающие с социальным расслоением</a:t>
            </a: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🏆 ГЛАВНОЕ ОТКРЫТИЕ:</a:t>
            </a: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Выживание на Титанике определялось ПОЛОМ и СОЦИАЛЬНЫМ СТАТУСОМ,</a:t>
            </a:r>
          </a:p>
          <a:p>
            <a:pPr>
              <a:spcAft>
                <a:spcPts val="400"/>
              </a:spcAft>
              <a:defRPr sz="1800">
                <a:solidFill>
                  <a:srgbClr val="E0E0E0"/>
                </a:solidFill>
                <a:latin typeface="Calibri"/>
              </a:defRPr>
            </a:pPr>
            <a:r>
              <a:t>а НЕ возрастом. Это подтверждено всеми тестами и методами.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D700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AAAAAA"/>
                </a:solidFill>
                <a:latin typeface="Calibri"/>
              </a:defRPr>
            </a:pPr>
            <a:r>
              <a:t>Вопросы?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2FF"/>
                </a:solidFill>
                <a:latin typeface="Calibri"/>
              </a:defRPr>
            </a:pPr>
            <a:r>
              <a:t>Иода Алексей | JA-группа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